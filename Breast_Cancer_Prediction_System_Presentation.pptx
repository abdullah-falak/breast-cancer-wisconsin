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Breast Cancer Prediction System</a:t>
            </a:r>
          </a:p>
          <a:p>
            <a:r>
              <a:t>Using Artificial Intelligence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Machine Learning Approach for Early Diagnosis</a:t>
            </a:r>
          </a:p>
          <a:p/>
          <a:p>
            <a:r>
              <a:t>Presented By:</a:t>
            </a:r>
          </a:p>
          <a:p>
            <a:r>
              <a:t>Abdullah Falak</a:t>
            </a:r>
          </a:p>
          <a:p>
            <a:r>
              <a:t>Abdullah Noor</a:t>
            </a:r>
          </a:p>
          <a:p/>
          <a:p>
            <a:r>
              <a:t>Submitted To: Mam Aiman Naeem</a:t>
            </a:r>
          </a:p>
          <a:p>
            <a:r>
              <a:t>Date: December 31,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 Statement:</a:t>
            </a:r>
          </a:p>
          <a:p>
            <a:r>
              <a:t>• Breast cancer is a leading cause of mortality worldwide.</a:t>
            </a:r>
          </a:p>
          <a:p>
            <a:r>
              <a:t>• Manual diagnosis is time-consuming and prone to human error.</a:t>
            </a:r>
          </a:p>
          <a:p>
            <a:r>
              <a:t>• Early detection significantly increases survival rates.</a:t>
            </a:r>
          </a:p>
          <a:p/>
          <a:p>
            <a:r>
              <a:t>Our Solution:</a:t>
            </a:r>
          </a:p>
          <a:p>
            <a:r>
              <a:t>• AI-based automated prediction system.</a:t>
            </a:r>
          </a:p>
          <a:p>
            <a:r>
              <a:t>• Provides instant and accurate diagnosis support.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Automate cancer diagnosis process.</a:t>
            </a:r>
          </a:p>
          <a:p>
            <a:r>
              <a:t>• Achieve high accuracy (&gt;95%).</a:t>
            </a:r>
          </a:p>
          <a:p>
            <a:r>
              <a:t>• Reduce false negative cases.</a:t>
            </a:r>
          </a:p>
          <a:p>
            <a:r>
              <a:t>• Provide a simple and user-friendly interface.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 Source:</a:t>
            </a:r>
          </a:p>
          <a:p>
            <a:r>
              <a:t>• Breast Cancer Wisconsin (Diagnostic) Dataset.</a:t>
            </a:r>
          </a:p>
          <a:p>
            <a:r>
              <a:t>• UCI Machine Learning Repository.</a:t>
            </a:r>
          </a:p>
          <a:p/>
          <a:p>
            <a:r>
              <a:t>Dataset Statistics:</a:t>
            </a:r>
          </a:p>
          <a:p>
            <a:r>
              <a:t>• Total Records: 569 patients.</a:t>
            </a:r>
          </a:p>
          <a:p>
            <a:r>
              <a:t>• Features: 30 numerical attributes.</a:t>
            </a:r>
          </a:p>
          <a:p>
            <a:r>
              <a:t>• Target Classes: Malignant (M), Benign (B).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Data Cleaning:</a:t>
            </a:r>
          </a:p>
          <a:p>
            <a:r>
              <a:t>• Dataset contained no missing values.</a:t>
            </a:r>
          </a:p>
          <a:p>
            <a:r>
              <a:t>• Removed irrelevant columns (ID, unnamed).</a:t>
            </a:r>
          </a:p>
          <a:p/>
          <a:p>
            <a:r>
              <a:t>2. Label Encoding:</a:t>
            </a:r>
          </a:p>
          <a:p>
            <a:r>
              <a:t>• Malignant (M) → 1</a:t>
            </a:r>
          </a:p>
          <a:p>
            <a:r>
              <a:t>• Benign (B) → 0</a:t>
            </a:r>
          </a:p>
          <a:p/>
          <a:p>
            <a:r>
              <a:t>3. Feature Scaling:</a:t>
            </a:r>
          </a:p>
          <a:p>
            <a:r>
              <a:t>• StandardScaler used to normalize values.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 (Algorithm)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Algorithm Used:</a:t>
            </a:r>
          </a:p>
          <a:p>
            <a:r>
              <a:t>• Artificial Neural Network (ANN).</a:t>
            </a:r>
          </a:p>
          <a:p>
            <a:r>
              <a:t>• Model: Multi-Layer Perceptron (MLP Classifier).</a:t>
            </a:r>
          </a:p>
          <a:p/>
          <a:p>
            <a:r>
              <a:t>Why ANN?</a:t>
            </a:r>
          </a:p>
          <a:p>
            <a:r>
              <a:t>• Handles non-linear data efficiently.</a:t>
            </a:r>
          </a:p>
          <a:p>
            <a:r>
              <a:t>• Provides high accuracy for medical data.</a:t>
            </a:r>
          </a:p>
          <a:p/>
          <a:p>
            <a:r>
              <a:t>Architecture:</a:t>
            </a:r>
          </a:p>
          <a:p>
            <a:r>
              <a:t>• Input Layer → Hidden Layers → Output Layer.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Process Flow:</a:t>
            </a:r>
          </a:p>
          <a:p>
            <a:r>
              <a:t>1. User inputs cell features.</a:t>
            </a:r>
          </a:p>
          <a:p>
            <a:r>
              <a:t>2. Data preprocessing and scaling.</a:t>
            </a:r>
          </a:p>
          <a:p>
            <a:r>
              <a:t>3. Neural Network processing.</a:t>
            </a:r>
          </a:p>
          <a:p>
            <a:r>
              <a:t>4. Final prediction: Malignant or Benign.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Correlation Heatmap shows relationship among features.</a:t>
            </a:r>
          </a:p>
          <a:p>
            <a:r>
              <a:t>• Radius Mean Distribution differentiates tumor types.</a:t>
            </a:r>
          </a:p>
          <a:p>
            <a:r>
              <a:t>• Helps understand important patterns in data.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Evaluation (Results)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Testing Details:</a:t>
            </a:r>
          </a:p>
          <a:p>
            <a:r>
              <a:t>• Evaluated on 20% unseen test data.</a:t>
            </a:r>
          </a:p>
          <a:p/>
          <a:p>
            <a:r>
              <a:t>Performance Metrics:</a:t>
            </a:r>
          </a:p>
          <a:p>
            <a:r>
              <a:t>• Accuracy: 98.25%.</a:t>
            </a:r>
          </a:p>
          <a:p>
            <a:r>
              <a:t>• Precision: 100%.</a:t>
            </a:r>
          </a:p>
          <a:p>
            <a:r>
              <a:t>• Recall: 95%.</a:t>
            </a:r>
          </a:p>
          <a:p/>
          <a:p>
            <a:r>
              <a:t>• Only 2 cancer cases were missed.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Software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Python-based user interface.</a:t>
            </a:r>
          </a:p>
          <a:p>
            <a:r>
              <a:t>• Easy data input for doctors.</a:t>
            </a:r>
          </a:p>
          <a:p>
            <a:r>
              <a:t>• Displays real-time predictions.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Successfully built an AI-based prediction system.</a:t>
            </a:r>
          </a:p>
          <a:p>
            <a:r>
              <a:t>• Achieved 98.25% accuracy.</a:t>
            </a:r>
          </a:p>
          <a:p>
            <a:r>
              <a:t>• Assists doctors in decision-making.</a:t>
            </a:r>
          </a:p>
          <a:p/>
          <a:p>
            <a:r>
              <a:t>Future Scope:</a:t>
            </a:r>
          </a:p>
          <a:p>
            <a:r>
              <a:t>• Image-based diagnosis using CNN.</a:t>
            </a:r>
          </a:p>
          <a:p>
            <a:r>
              <a:t>• Web-based deployment.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